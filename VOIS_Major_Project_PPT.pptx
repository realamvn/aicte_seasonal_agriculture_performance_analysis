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7572" y="2685552"/>
            <a:ext cx="4998720" cy="743448"/>
          </a:xfrm>
        </p:spPr>
        <p:txBody>
          <a:bodyPr>
            <a:normAutofit fontScale="90000"/>
          </a:bodyPr>
          <a:lstStyle/>
          <a:p>
            <a:r>
              <a:rPr lang="en-IN" dirty="0"/>
              <a:t>Seasonal Agriculture Performance Analysis</a:t>
            </a:r>
            <a:br>
              <a:rPr lang="en-IN" dirty="0"/>
            </a:br>
            <a:br>
              <a:rPr lang="en-IN" dirty="0"/>
            </a:br>
            <a:r>
              <a:rPr lang="en-IN" dirty="0"/>
              <a:t>Aman Kumar</a:t>
            </a:r>
            <a:br>
              <a:rPr lang="en-IN" dirty="0"/>
            </a:br>
            <a:r>
              <a:rPr lang="en-IN" dirty="0"/>
              <a:t>Chandigarh University</a:t>
            </a:r>
            <a:br>
              <a:rPr lang="en-IN"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804677"/>
            <a:ext cx="3176362" cy="923330"/>
          </a:xfrm>
          <a:prstGeom prst="rect">
            <a:avLst/>
          </a:prstGeom>
          <a:noFill/>
        </p:spPr>
        <p:txBody>
          <a:bodyPr wrap="square" rtlCol="0">
            <a:spAutoFit/>
          </a:bodyPr>
          <a:lstStyle/>
          <a:p>
            <a:r>
              <a:rPr lang="en-US" b="1" dirty="0"/>
              <a:t>AICTE STU ID : </a:t>
            </a:r>
            <a:r>
              <a:rPr lang="en-IN" b="1" dirty="0"/>
              <a:t>STU6a641a16ab1121784945174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48012"/>
            <a:ext cx="6276109" cy="648031"/>
          </a:xfrm>
        </p:spPr>
        <p:txBody>
          <a:bodyPr>
            <a:normAutofit fontScale="90000"/>
          </a:bodyPr>
          <a:lstStyle/>
          <a:p>
            <a:r>
              <a:rPr lang="en-GB" dirty="0"/>
              <a:t>Project Description</a:t>
            </a:r>
            <a:br>
              <a:rPr lang="en-GB" dirty="0"/>
            </a:br>
            <a:br>
              <a:rPr lang="en-GB" dirty="0"/>
            </a:br>
            <a:r>
              <a:rPr lang="en-IN" sz="2200" b="0" dirty="0">
                <a:latin typeface="+mn-lt"/>
              </a:rPr>
              <a:t>Seasonal Agriculture Performance Analysis is a data analysis project that examines agricultural performance across different seasons, crops, states, environmental conditions, farming practices, resource usage, and economic factors. The project uses data cleaning, exploratory data analysis, statistical techniques, and visualization to identify seasonal patterns, compare agricultural performance, </a:t>
            </a:r>
            <a:r>
              <a:rPr lang="en-IN" sz="2200" b="0" dirty="0" err="1">
                <a:latin typeface="+mn-lt"/>
              </a:rPr>
              <a:t>analyze</a:t>
            </a:r>
            <a:r>
              <a:rPr lang="en-IN" sz="2200" b="0" dirty="0">
                <a:latin typeface="+mn-lt"/>
              </a:rPr>
              <a:t> relationships between environmental factors and yield, and evaluate profitability and resource efficiency. The findings are used to generate data-driven insights and recommendations for better seasonal agricultural planning and decision-making.</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a:spcAft>
                <a:spcPts val="1000"/>
              </a:spcAft>
              <a:defRPr sz="1800"/>
            </a:pPr>
            <a:r>
              <a:rPr lang="en-US" sz="3600" dirty="0"/>
              <a:t>Farmers and agricultural planners — for seasonal crop and resource planning.</a:t>
            </a:r>
          </a:p>
          <a:p>
            <a:pPr>
              <a:spcAft>
                <a:spcPts val="1000"/>
              </a:spcAft>
              <a:defRPr sz="1800"/>
            </a:pPr>
            <a:r>
              <a:rPr lang="en-US" sz="3600" dirty="0"/>
              <a:t>Agricultural departments and policymakers — for evidence-based regional planning.</a:t>
            </a:r>
          </a:p>
          <a:p>
            <a:pPr>
              <a:spcAft>
                <a:spcPts val="1000"/>
              </a:spcAft>
              <a:defRPr sz="1800"/>
            </a:pPr>
            <a:r>
              <a:rPr lang="en-US" sz="3600" dirty="0"/>
              <a:t>Agribusinesses and resource managers — for understanding production and profitability patterns.</a:t>
            </a:r>
          </a:p>
          <a:p>
            <a:pPr>
              <a:spcAft>
                <a:spcPts val="1000"/>
              </a:spcAft>
              <a:defRPr sz="1800"/>
            </a:pPr>
            <a:r>
              <a:rPr lang="en-US" sz="3600" dirty="0"/>
              <a:t>Researchers and analysts — for further study of seasonal agricultural performance.</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a:spcAft>
                <a:spcPts val="1000"/>
              </a:spcAft>
              <a:defRPr sz="2000"/>
            </a:pPr>
            <a:r>
              <a:rPr lang="en-IN" dirty="0"/>
              <a:t> Python — core programming and analysis</a:t>
            </a:r>
          </a:p>
          <a:p>
            <a:pPr>
              <a:spcAft>
                <a:spcPts val="1000"/>
              </a:spcAft>
              <a:defRPr sz="2000"/>
            </a:pPr>
            <a:r>
              <a:rPr lang="en-IN" dirty="0"/>
              <a:t> Pandas &amp; NumPy — data cleaning and numerical analysis</a:t>
            </a:r>
          </a:p>
          <a:p>
            <a:pPr>
              <a:spcAft>
                <a:spcPts val="1000"/>
              </a:spcAft>
              <a:defRPr sz="2000"/>
            </a:pPr>
            <a:r>
              <a:rPr lang="en-IN" dirty="0"/>
              <a:t> Matplotlib &amp; Seaborn — data visualization</a:t>
            </a:r>
          </a:p>
          <a:p>
            <a:pPr>
              <a:spcAft>
                <a:spcPts val="1000"/>
              </a:spcAft>
              <a:defRPr sz="2000"/>
            </a:pPr>
            <a:r>
              <a:rPr lang="en-IN" dirty="0"/>
              <a:t> SciPy — statistical testing and ANOVA</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5142D65-FAAE-563C-E096-DA0D40F30552}"/>
              </a:ext>
            </a:extLst>
          </p:cNvPr>
          <p:cNvPicPr>
            <a:picLocks noChangeAspect="1"/>
          </p:cNvPicPr>
          <p:nvPr/>
        </p:nvPicPr>
        <p:blipFill>
          <a:blip r:embed="rId3"/>
          <a:stretch>
            <a:fillRect/>
          </a:stretch>
        </p:blipFill>
        <p:spPr>
          <a:xfrm>
            <a:off x="155517" y="1201587"/>
            <a:ext cx="8736556" cy="2943464"/>
          </a:xfrm>
          <a:prstGeom prst="rect">
            <a:avLst/>
          </a:prstGeom>
        </p:spPr>
      </p:pic>
      <p:pic>
        <p:nvPicPr>
          <p:cNvPr id="10" name="Picture 9">
            <a:extLst>
              <a:ext uri="{FF2B5EF4-FFF2-40B4-BE49-F238E27FC236}">
                <a16:creationId xmlns:a16="http://schemas.microsoft.com/office/drawing/2014/main" id="{582237E7-9B63-15E7-2B7D-0563BF0D4305}"/>
              </a:ext>
            </a:extLst>
          </p:cNvPr>
          <p:cNvPicPr>
            <a:picLocks noChangeAspect="1"/>
          </p:cNvPicPr>
          <p:nvPr/>
        </p:nvPicPr>
        <p:blipFill>
          <a:blip r:embed="rId4"/>
          <a:stretch>
            <a:fillRect/>
          </a:stretch>
        </p:blipFill>
        <p:spPr>
          <a:xfrm>
            <a:off x="106387" y="4334680"/>
            <a:ext cx="9224226" cy="249589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4FA00B2-7E50-FF35-59A1-1FA10675C939}"/>
              </a:ext>
            </a:extLst>
          </p:cNvPr>
          <p:cNvPicPr>
            <a:picLocks noChangeAspect="1"/>
          </p:cNvPicPr>
          <p:nvPr/>
        </p:nvPicPr>
        <p:blipFill>
          <a:blip r:embed="rId3"/>
          <a:stretch>
            <a:fillRect/>
          </a:stretch>
        </p:blipFill>
        <p:spPr>
          <a:xfrm>
            <a:off x="807164" y="1488723"/>
            <a:ext cx="7244433" cy="442994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B497BDBE-F5E0-E575-35DB-F22C2FBB2E43}"/>
              </a:ext>
            </a:extLst>
          </p:cNvPr>
          <p:cNvPicPr>
            <a:picLocks noChangeAspect="1"/>
          </p:cNvPicPr>
          <p:nvPr/>
        </p:nvPicPr>
        <p:blipFill>
          <a:blip r:embed="rId3"/>
          <a:stretch>
            <a:fillRect/>
          </a:stretch>
        </p:blipFill>
        <p:spPr>
          <a:xfrm>
            <a:off x="675957" y="1275371"/>
            <a:ext cx="7709007" cy="550309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679FC681-541C-8223-5043-60D7038BA9E6}"/>
              </a:ext>
            </a:extLst>
          </p:cNvPr>
          <p:cNvPicPr>
            <a:picLocks noChangeAspect="1"/>
          </p:cNvPicPr>
          <p:nvPr/>
        </p:nvPicPr>
        <p:blipFill>
          <a:blip r:embed="rId3"/>
          <a:stretch>
            <a:fillRect/>
          </a:stretch>
        </p:blipFill>
        <p:spPr>
          <a:xfrm>
            <a:off x="559643" y="1571087"/>
            <a:ext cx="8686994" cy="477564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BB7D46AC-F872-023D-36EB-98121D3C575B}"/>
              </a:ext>
            </a:extLst>
          </p:cNvPr>
          <p:cNvPicPr>
            <a:picLocks noChangeAspect="1"/>
          </p:cNvPicPr>
          <p:nvPr/>
        </p:nvPicPr>
        <p:blipFill>
          <a:blip r:embed="rId3"/>
          <a:stretch>
            <a:fillRect/>
          </a:stretch>
        </p:blipFill>
        <p:spPr>
          <a:xfrm>
            <a:off x="582240" y="1608410"/>
            <a:ext cx="7665559" cy="471216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12B6654-74E1-D00F-D998-935988E75C03}"/>
              </a:ext>
            </a:extLst>
          </p:cNvPr>
          <p:cNvSpPr txBox="1"/>
          <p:nvPr/>
        </p:nvSpPr>
        <p:spPr>
          <a:xfrm>
            <a:off x="322290" y="1857474"/>
            <a:ext cx="8046807" cy="2472472"/>
          </a:xfrm>
          <a:prstGeom prst="rect">
            <a:avLst/>
          </a:prstGeom>
          <a:noFill/>
        </p:spPr>
        <p:txBody>
          <a:bodyPr wrap="square" rtlCol="0">
            <a:spAutoFit/>
          </a:bodyPr>
          <a:lstStyle/>
          <a:p>
            <a:pPr>
              <a:spcAft>
                <a:spcPts val="1000"/>
              </a:spcAft>
              <a:defRPr sz="1900"/>
            </a:pPr>
            <a:r>
              <a:rPr lang="en-US" dirty="0"/>
              <a:t>• Build predictive models for crop yield and profitability.</a:t>
            </a:r>
          </a:p>
          <a:p>
            <a:pPr>
              <a:spcAft>
                <a:spcPts val="1000"/>
              </a:spcAft>
              <a:defRPr sz="1900"/>
            </a:pPr>
            <a:r>
              <a:rPr lang="en-US" dirty="0"/>
              <a:t>• Add multi-year weather and historical market-price data.</a:t>
            </a:r>
          </a:p>
          <a:p>
            <a:pPr>
              <a:spcAft>
                <a:spcPts val="1000"/>
              </a:spcAft>
              <a:defRPr sz="1900"/>
            </a:pPr>
            <a:r>
              <a:rPr lang="en-US" dirty="0"/>
              <a:t>• Develop interactive dashboards for farmers and decision-makers.</a:t>
            </a:r>
          </a:p>
          <a:p>
            <a:pPr>
              <a:spcAft>
                <a:spcPts val="1000"/>
              </a:spcAft>
              <a:defRPr sz="1900"/>
            </a:pPr>
            <a:r>
              <a:rPr lang="en-US" dirty="0"/>
              <a:t>• Use more detailed district-level and crop-specific analysis.</a:t>
            </a:r>
          </a:p>
          <a:p>
            <a:pPr>
              <a:spcAft>
                <a:spcPts val="1000"/>
              </a:spcAft>
              <a:defRPr sz="1900"/>
            </a:pPr>
            <a:r>
              <a:rPr lang="en-US" dirty="0"/>
              <a:t>• Explore causal and advanced statistical methods with richer datasets.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https://github.com/realamvn/AICTE_Seasonal_Agriculture_Performance_Analysis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C26A65E8-105C-A294-2194-FBAE060890C1}"/>
              </a:ext>
            </a:extLst>
          </p:cNvPr>
          <p:cNvPicPr>
            <a:picLocks noChangeAspect="1"/>
          </p:cNvPicPr>
          <p:nvPr/>
        </p:nvPicPr>
        <p:blipFill>
          <a:blip r:embed="rId3"/>
          <a:stretch>
            <a:fillRect/>
          </a:stretch>
        </p:blipFill>
        <p:spPr>
          <a:xfrm>
            <a:off x="675957" y="1444968"/>
            <a:ext cx="7283055" cy="512347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8440" y="1177583"/>
            <a:ext cx="11772000" cy="3411116"/>
          </a:xfrm>
          <a:prstGeom prst="rect">
            <a:avLst/>
          </a:prstGeom>
        </p:spPr>
        <p:txBody>
          <a:bodyPr anchor="ctr">
            <a:normAutofit/>
          </a:bodyPr>
          <a:lstStyle/>
          <a:p>
            <a:pPr algn="ctr"/>
            <a:r>
              <a:rPr lang="en-US" sz="115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530391" y="5081295"/>
            <a:ext cx="3481771" cy="1583665"/>
          </a:xfrm>
        </p:spPr>
        <p:txBody>
          <a:bodyPr>
            <a:normAutofit/>
          </a:bodyPr>
          <a:lstStyle/>
          <a:p>
            <a:r>
              <a:rPr lang="en-IN" dirty="0"/>
              <a:t>Aman Kumar</a:t>
            </a:r>
            <a:br>
              <a:rPr lang="en-IN" dirty="0"/>
            </a:br>
            <a:r>
              <a:rPr lang="en-IN" dirty="0"/>
              <a:t>Chandigarh University</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1381</TotalTime>
  <Words>386</Words>
  <Application>Microsoft Office PowerPoint</Application>
  <PresentationFormat>Widescreen</PresentationFormat>
  <Paragraphs>34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  Aman Kumar Chandigarh University </vt:lpstr>
      <vt:lpstr>PROBLEM  STATEMENT</vt:lpstr>
      <vt:lpstr>Project Description  Seasonal Agriculture Performance Analysis is a data analysis project that examines agricultural performance across different seasons, crops, states, environmental conditions, farming practices, resource usage, and economic factors. The project uses data cleaning, exploratory data analysis, statistical techniques, and visualization to identify seasonal patterns, compare agricultural performance, analyze relationships between environmental factors and yield, and evaluate profitability and resource efficiency. The findings are used to generate data-driven insights and recommendations for better seasonal agricultural planning and decision-making.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Aman Kumar</cp:lastModifiedBy>
  <cp:revision>101</cp:revision>
  <dcterms:created xsi:type="dcterms:W3CDTF">2021-07-11T13:13:15Z</dcterms:created>
  <dcterms:modified xsi:type="dcterms:W3CDTF">2026-09-10T10:55:10Z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